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60" r:id="rId3"/>
    <p:sldId id="259" r:id="rId4"/>
    <p:sldId id="261" r:id="rId5"/>
    <p:sldId id="262" r:id="rId6"/>
    <p:sldId id="263" r:id="rId7"/>
    <p:sldId id="271" r:id="rId8"/>
    <p:sldId id="264" r:id="rId9"/>
    <p:sldId id="265" r:id="rId10"/>
    <p:sldId id="266" r:id="rId11"/>
    <p:sldId id="270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CFFC2F-DB52-42B7-A7CA-D6685F05652A}" v="68" dt="2026-05-03T05:52:31.0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u J" userId="0cc9a4f2421c2236" providerId="LiveId" clId="{35886FC0-632C-44C5-81A4-E95713EF8B5E}"/>
    <pc:docChg chg="undo custSel addSld delSld modSld">
      <pc:chgData name="Ashu J" userId="0cc9a4f2421c2236" providerId="LiveId" clId="{35886FC0-632C-44C5-81A4-E95713EF8B5E}" dt="2026-05-03T05:17:39.888" v="6478" actId="20577"/>
      <pc:docMkLst>
        <pc:docMk/>
      </pc:docMkLst>
      <pc:sldChg chg="modSp mod">
        <pc:chgData name="Ashu J" userId="0cc9a4f2421c2236" providerId="LiveId" clId="{35886FC0-632C-44C5-81A4-E95713EF8B5E}" dt="2026-04-29T23:55:23.180" v="5009" actId="20577"/>
        <pc:sldMkLst>
          <pc:docMk/>
          <pc:sldMk cId="840191722" sldId="256"/>
        </pc:sldMkLst>
        <pc:spChg chg="mod">
          <ac:chgData name="Ashu J" userId="0cc9a4f2421c2236" providerId="LiveId" clId="{35886FC0-632C-44C5-81A4-E95713EF8B5E}" dt="2026-04-29T23:55:23.180" v="5009" actId="20577"/>
          <ac:spMkLst>
            <pc:docMk/>
            <pc:sldMk cId="840191722" sldId="256"/>
            <ac:spMk id="2" creationId="{262876E0-DCD9-5C24-B968-525FFD05311F}"/>
          </ac:spMkLst>
        </pc:spChg>
        <pc:picChg chg="mod">
          <ac:chgData name="Ashu J" userId="0cc9a4f2421c2236" providerId="LiveId" clId="{35886FC0-632C-44C5-81A4-E95713EF8B5E}" dt="2026-04-23T02:18:08.645" v="2678" actId="1076"/>
          <ac:picMkLst>
            <pc:docMk/>
            <pc:sldMk cId="840191722" sldId="256"/>
            <ac:picMk id="24" creationId="{61AE1F88-5E20-1EED-0E51-791FCFF3F2B6}"/>
          </ac:picMkLst>
        </pc:picChg>
      </pc:sldChg>
      <pc:sldChg chg="modSp new mod">
        <pc:chgData name="Ashu J" userId="0cc9a4f2421c2236" providerId="LiveId" clId="{35886FC0-632C-44C5-81A4-E95713EF8B5E}" dt="2026-04-21T21:40:33.454" v="2437" actId="33524"/>
        <pc:sldMkLst>
          <pc:docMk/>
          <pc:sldMk cId="3235193191" sldId="259"/>
        </pc:sldMkLst>
        <pc:spChg chg="mod">
          <ac:chgData name="Ashu J" userId="0cc9a4f2421c2236" providerId="LiveId" clId="{35886FC0-632C-44C5-81A4-E95713EF8B5E}" dt="2026-04-18T06:32:03.096" v="84" actId="122"/>
          <ac:spMkLst>
            <pc:docMk/>
            <pc:sldMk cId="3235193191" sldId="259"/>
            <ac:spMk id="2" creationId="{8BE2208D-0FA7-CF39-B0DA-5C9509D6ADC4}"/>
          </ac:spMkLst>
        </pc:spChg>
        <pc:spChg chg="mod">
          <ac:chgData name="Ashu J" userId="0cc9a4f2421c2236" providerId="LiveId" clId="{35886FC0-632C-44C5-81A4-E95713EF8B5E}" dt="2026-04-21T21:40:33.454" v="2437" actId="33524"/>
          <ac:spMkLst>
            <pc:docMk/>
            <pc:sldMk cId="3235193191" sldId="259"/>
            <ac:spMk id="3" creationId="{F4EA1962-2B96-58FE-D1F1-A74CDD6AC657}"/>
          </ac:spMkLst>
        </pc:spChg>
      </pc:sldChg>
      <pc:sldChg chg="addSp delSp modSp new mod">
        <pc:chgData name="Ashu J" userId="0cc9a4f2421c2236" providerId="LiveId" clId="{35886FC0-632C-44C5-81A4-E95713EF8B5E}" dt="2026-04-30T01:21:48.920" v="5404" actId="20577"/>
        <pc:sldMkLst>
          <pc:docMk/>
          <pc:sldMk cId="1586246645" sldId="260"/>
        </pc:sldMkLst>
        <pc:spChg chg="mod">
          <ac:chgData name="Ashu J" userId="0cc9a4f2421c2236" providerId="LiveId" clId="{35886FC0-632C-44C5-81A4-E95713EF8B5E}" dt="2026-04-18T06:30:52.239" v="73" actId="122"/>
          <ac:spMkLst>
            <pc:docMk/>
            <pc:sldMk cId="1586246645" sldId="260"/>
            <ac:spMk id="2" creationId="{CC8173F2-5A25-386F-9CE9-0645FFB01AC6}"/>
          </ac:spMkLst>
        </pc:spChg>
        <pc:spChg chg="mod">
          <ac:chgData name="Ashu J" userId="0cc9a4f2421c2236" providerId="LiveId" clId="{35886FC0-632C-44C5-81A4-E95713EF8B5E}" dt="2026-04-30T01:21:48.920" v="5404" actId="20577"/>
          <ac:spMkLst>
            <pc:docMk/>
            <pc:sldMk cId="1586246645" sldId="260"/>
            <ac:spMk id="3" creationId="{D811A683-E005-1525-9166-ACC513886A7B}"/>
          </ac:spMkLst>
        </pc:spChg>
      </pc:sldChg>
      <pc:sldChg chg="addSp delSp modSp new mod">
        <pc:chgData name="Ashu J" userId="0cc9a4f2421c2236" providerId="LiveId" clId="{35886FC0-632C-44C5-81A4-E95713EF8B5E}" dt="2026-04-29T14:24:58.467" v="3439" actId="20577"/>
        <pc:sldMkLst>
          <pc:docMk/>
          <pc:sldMk cId="2205398935" sldId="261"/>
        </pc:sldMkLst>
        <pc:spChg chg="mod">
          <ac:chgData name="Ashu J" userId="0cc9a4f2421c2236" providerId="LiveId" clId="{35886FC0-632C-44C5-81A4-E95713EF8B5E}" dt="2026-04-20T17:07:09.973" v="588" actId="2711"/>
          <ac:spMkLst>
            <pc:docMk/>
            <pc:sldMk cId="2205398935" sldId="261"/>
            <ac:spMk id="2" creationId="{F972290B-6F1D-C23B-A51D-AE4FAB5890AD}"/>
          </ac:spMkLst>
        </pc:spChg>
        <pc:spChg chg="mod">
          <ac:chgData name="Ashu J" userId="0cc9a4f2421c2236" providerId="LiveId" clId="{35886FC0-632C-44C5-81A4-E95713EF8B5E}" dt="2026-04-29T14:24:58.467" v="3439" actId="20577"/>
          <ac:spMkLst>
            <pc:docMk/>
            <pc:sldMk cId="2205398935" sldId="261"/>
            <ac:spMk id="3" creationId="{D895A6C6-EAE7-F02C-6671-233C5F0F889D}"/>
          </ac:spMkLst>
        </pc:spChg>
        <pc:picChg chg="add mod">
          <ac:chgData name="Ashu J" userId="0cc9a4f2421c2236" providerId="LiveId" clId="{35886FC0-632C-44C5-81A4-E95713EF8B5E}" dt="2026-04-29T14:21:02.126" v="3394" actId="14100"/>
          <ac:picMkLst>
            <pc:docMk/>
            <pc:sldMk cId="2205398935" sldId="261"/>
            <ac:picMk id="5" creationId="{8D958C0E-BEFD-56FE-499D-174BC42B7A49}"/>
          </ac:picMkLst>
        </pc:picChg>
      </pc:sldChg>
      <pc:sldChg chg="addSp delSp modSp new mod setBg">
        <pc:chgData name="Ashu J" userId="0cc9a4f2421c2236" providerId="LiveId" clId="{35886FC0-632C-44C5-81A4-E95713EF8B5E}" dt="2026-04-30T00:15:39.051" v="5240" actId="5793"/>
        <pc:sldMkLst>
          <pc:docMk/>
          <pc:sldMk cId="2714711463" sldId="262"/>
        </pc:sldMkLst>
        <pc:spChg chg="mod">
          <ac:chgData name="Ashu J" userId="0cc9a4f2421c2236" providerId="LiveId" clId="{35886FC0-632C-44C5-81A4-E95713EF8B5E}" dt="2026-04-20T17:43:44.500" v="851" actId="113"/>
          <ac:spMkLst>
            <pc:docMk/>
            <pc:sldMk cId="2714711463" sldId="262"/>
            <ac:spMk id="2" creationId="{95CF2EC2-94CA-E28B-BC12-46A05CEC2473}"/>
          </ac:spMkLst>
        </pc:spChg>
        <pc:spChg chg="add mod">
          <ac:chgData name="Ashu J" userId="0cc9a4f2421c2236" providerId="LiveId" clId="{35886FC0-632C-44C5-81A4-E95713EF8B5E}" dt="2026-04-30T00:15:39.051" v="5240" actId="5793"/>
          <ac:spMkLst>
            <pc:docMk/>
            <pc:sldMk cId="2714711463" sldId="262"/>
            <ac:spMk id="4" creationId="{9BD49986-D109-1A78-3C49-D90D60EFCBC4}"/>
          </ac:spMkLst>
        </pc:spChg>
      </pc:sldChg>
      <pc:sldChg chg="modSp new mod">
        <pc:chgData name="Ashu J" userId="0cc9a4f2421c2236" providerId="LiveId" clId="{35886FC0-632C-44C5-81A4-E95713EF8B5E}" dt="2026-04-30T01:17:30.059" v="5312" actId="20577"/>
        <pc:sldMkLst>
          <pc:docMk/>
          <pc:sldMk cId="2721158764" sldId="263"/>
        </pc:sldMkLst>
        <pc:spChg chg="mod">
          <ac:chgData name="Ashu J" userId="0cc9a4f2421c2236" providerId="LiveId" clId="{35886FC0-632C-44C5-81A4-E95713EF8B5E}" dt="2026-04-20T17:43:38.838" v="850" actId="113"/>
          <ac:spMkLst>
            <pc:docMk/>
            <pc:sldMk cId="2721158764" sldId="263"/>
            <ac:spMk id="2" creationId="{1149DCC8-3455-1104-5DFA-7C47B951E857}"/>
          </ac:spMkLst>
        </pc:spChg>
        <pc:spChg chg="mod">
          <ac:chgData name="Ashu J" userId="0cc9a4f2421c2236" providerId="LiveId" clId="{35886FC0-632C-44C5-81A4-E95713EF8B5E}" dt="2026-04-30T01:17:30.059" v="5312" actId="20577"/>
          <ac:spMkLst>
            <pc:docMk/>
            <pc:sldMk cId="2721158764" sldId="263"/>
            <ac:spMk id="3" creationId="{41D2B141-1325-148F-A301-313C332C290E}"/>
          </ac:spMkLst>
        </pc:spChg>
      </pc:sldChg>
      <pc:sldChg chg="addSp modSp new mod">
        <pc:chgData name="Ashu J" userId="0cc9a4f2421c2236" providerId="LiveId" clId="{35886FC0-632C-44C5-81A4-E95713EF8B5E}" dt="2026-04-29T20:03:00.665" v="4836" actId="113"/>
        <pc:sldMkLst>
          <pc:docMk/>
          <pc:sldMk cId="4146497975" sldId="264"/>
        </pc:sldMkLst>
        <pc:spChg chg="mod">
          <ac:chgData name="Ashu J" userId="0cc9a4f2421c2236" providerId="LiveId" clId="{35886FC0-632C-44C5-81A4-E95713EF8B5E}" dt="2026-04-21T05:13:14.205" v="1915" actId="20577"/>
          <ac:spMkLst>
            <pc:docMk/>
            <pc:sldMk cId="4146497975" sldId="264"/>
            <ac:spMk id="2" creationId="{3DB6C61C-2DED-E7E7-E17A-48F5C729BB85}"/>
          </ac:spMkLst>
        </pc:spChg>
        <pc:spChg chg="mod">
          <ac:chgData name="Ashu J" userId="0cc9a4f2421c2236" providerId="LiveId" clId="{35886FC0-632C-44C5-81A4-E95713EF8B5E}" dt="2026-04-29T20:03:00.665" v="4836" actId="113"/>
          <ac:spMkLst>
            <pc:docMk/>
            <pc:sldMk cId="4146497975" sldId="264"/>
            <ac:spMk id="3" creationId="{76433685-F874-AEB7-70D9-973D10902F50}"/>
          </ac:spMkLst>
        </pc:spChg>
        <pc:spChg chg="add mod">
          <ac:chgData name="Ashu J" userId="0cc9a4f2421c2236" providerId="LiveId" clId="{35886FC0-632C-44C5-81A4-E95713EF8B5E}" dt="2026-04-21T05:01:57.954" v="1399"/>
          <ac:spMkLst>
            <pc:docMk/>
            <pc:sldMk cId="4146497975" sldId="264"/>
            <ac:spMk id="5" creationId="{AB5AF3C1-8D40-81AA-A1FD-F702F5CB2DB1}"/>
          </ac:spMkLst>
        </pc:spChg>
        <pc:graphicFrameChg chg="add mod modGraphic">
          <ac:chgData name="Ashu J" userId="0cc9a4f2421c2236" providerId="LiveId" clId="{35886FC0-632C-44C5-81A4-E95713EF8B5E}" dt="2026-04-21T05:21:31.656" v="1955" actId="14100"/>
          <ac:graphicFrameMkLst>
            <pc:docMk/>
            <pc:sldMk cId="4146497975" sldId="264"/>
            <ac:graphicFrameMk id="4" creationId="{BC2055EF-F51F-D796-D972-703DCFE43979}"/>
          </ac:graphicFrameMkLst>
        </pc:graphicFrameChg>
      </pc:sldChg>
      <pc:sldChg chg="addSp delSp modSp new mod">
        <pc:chgData name="Ashu J" userId="0cc9a4f2421c2236" providerId="LiveId" clId="{35886FC0-632C-44C5-81A4-E95713EF8B5E}" dt="2026-04-30T01:35:03.744" v="5538" actId="20577"/>
        <pc:sldMkLst>
          <pc:docMk/>
          <pc:sldMk cId="2470903373" sldId="265"/>
        </pc:sldMkLst>
        <pc:spChg chg="mod">
          <ac:chgData name="Ashu J" userId="0cc9a4f2421c2236" providerId="LiveId" clId="{35886FC0-632C-44C5-81A4-E95713EF8B5E}" dt="2026-04-21T05:21:11.400" v="1951" actId="122"/>
          <ac:spMkLst>
            <pc:docMk/>
            <pc:sldMk cId="2470903373" sldId="265"/>
            <ac:spMk id="2" creationId="{8D0A7E48-A14F-3B08-8560-3A26FEC3EBE7}"/>
          </ac:spMkLst>
        </pc:spChg>
        <pc:spChg chg="add mod">
          <ac:chgData name="Ashu J" userId="0cc9a4f2421c2236" providerId="LiveId" clId="{35886FC0-632C-44C5-81A4-E95713EF8B5E}" dt="2026-04-30T01:35:03.744" v="5538" actId="20577"/>
          <ac:spMkLst>
            <pc:docMk/>
            <pc:sldMk cId="2470903373" sldId="265"/>
            <ac:spMk id="4" creationId="{63D4798D-E112-8593-97C0-4A2F7DC5FF56}"/>
          </ac:spMkLst>
        </pc:spChg>
        <pc:picChg chg="add mod">
          <ac:chgData name="Ashu J" userId="0cc9a4f2421c2236" providerId="LiveId" clId="{35886FC0-632C-44C5-81A4-E95713EF8B5E}" dt="2026-04-29T14:09:37.134" v="3384" actId="14100"/>
          <ac:picMkLst>
            <pc:docMk/>
            <pc:sldMk cId="2470903373" sldId="265"/>
            <ac:picMk id="8" creationId="{7FEEE408-9511-F31D-A814-19BF3CAF5F49}"/>
          </ac:picMkLst>
        </pc:picChg>
      </pc:sldChg>
      <pc:sldChg chg="addSp modSp new mod">
        <pc:chgData name="Ashu J" userId="0cc9a4f2421c2236" providerId="LiveId" clId="{35886FC0-632C-44C5-81A4-E95713EF8B5E}" dt="2026-05-03T05:17:39.888" v="6478" actId="20577"/>
        <pc:sldMkLst>
          <pc:docMk/>
          <pc:sldMk cId="3430664565" sldId="266"/>
        </pc:sldMkLst>
        <pc:spChg chg="mod">
          <ac:chgData name="Ashu J" userId="0cc9a4f2421c2236" providerId="LiveId" clId="{35886FC0-632C-44C5-81A4-E95713EF8B5E}" dt="2026-04-21T05:40:56.257" v="2191" actId="20577"/>
          <ac:spMkLst>
            <pc:docMk/>
            <pc:sldMk cId="3430664565" sldId="266"/>
            <ac:spMk id="2" creationId="{657832A2-25EB-4BC7-BE3D-D8B257A8F743}"/>
          </ac:spMkLst>
        </pc:spChg>
        <pc:spChg chg="mod">
          <ac:chgData name="Ashu J" userId="0cc9a4f2421c2236" providerId="LiveId" clId="{35886FC0-632C-44C5-81A4-E95713EF8B5E}" dt="2026-05-03T05:17:39.888" v="6478" actId="20577"/>
          <ac:spMkLst>
            <pc:docMk/>
            <pc:sldMk cId="3430664565" sldId="266"/>
            <ac:spMk id="3" creationId="{AC0DB342-010B-0E4D-2EB5-6220A8E1BBE8}"/>
          </ac:spMkLst>
        </pc:spChg>
        <pc:spChg chg="add">
          <ac:chgData name="Ashu J" userId="0cc9a4f2421c2236" providerId="LiveId" clId="{35886FC0-632C-44C5-81A4-E95713EF8B5E}" dt="2026-05-03T05:16:35.523" v="6334"/>
          <ac:spMkLst>
            <pc:docMk/>
            <pc:sldMk cId="3430664565" sldId="266"/>
            <ac:spMk id="4" creationId="{43522EF8-0060-6225-49ED-C873FB77E088}"/>
          </ac:spMkLst>
        </pc:spChg>
      </pc:sldChg>
      <pc:sldChg chg="addSp delSp modSp new mod">
        <pc:chgData name="Ashu J" userId="0cc9a4f2421c2236" providerId="LiveId" clId="{35886FC0-632C-44C5-81A4-E95713EF8B5E}" dt="2026-04-30T02:03:22.027" v="5786" actId="20577"/>
        <pc:sldMkLst>
          <pc:docMk/>
          <pc:sldMk cId="4014978421" sldId="268"/>
        </pc:sldMkLst>
        <pc:spChg chg="mod">
          <ac:chgData name="Ashu J" userId="0cc9a4f2421c2236" providerId="LiveId" clId="{35886FC0-632C-44C5-81A4-E95713EF8B5E}" dt="2026-04-21T05:50:55.400" v="2256" actId="207"/>
          <ac:spMkLst>
            <pc:docMk/>
            <pc:sldMk cId="4014978421" sldId="268"/>
            <ac:spMk id="2" creationId="{6B8CBF52-FD21-9021-9313-406F9B33D3C5}"/>
          </ac:spMkLst>
        </pc:spChg>
        <pc:spChg chg="add del mod">
          <ac:chgData name="Ashu J" userId="0cc9a4f2421c2236" providerId="LiveId" clId="{35886FC0-632C-44C5-81A4-E95713EF8B5E}" dt="2026-04-30T02:03:22.027" v="5786" actId="20577"/>
          <ac:spMkLst>
            <pc:docMk/>
            <pc:sldMk cId="4014978421" sldId="268"/>
            <ac:spMk id="3" creationId="{C11C236D-98B6-88BA-37B9-9C08585B304E}"/>
          </ac:spMkLst>
        </pc:spChg>
      </pc:sldChg>
      <pc:sldChg chg="delSp modSp new mod">
        <pc:chgData name="Ashu J" userId="0cc9a4f2421c2236" providerId="LiveId" clId="{35886FC0-632C-44C5-81A4-E95713EF8B5E}" dt="2026-04-29T23:56:45.559" v="5024" actId="20577"/>
        <pc:sldMkLst>
          <pc:docMk/>
          <pc:sldMk cId="818881185" sldId="269"/>
        </pc:sldMkLst>
        <pc:spChg chg="mod">
          <ac:chgData name="Ashu J" userId="0cc9a4f2421c2236" providerId="LiveId" clId="{35886FC0-632C-44C5-81A4-E95713EF8B5E}" dt="2026-04-29T23:56:45.559" v="5024" actId="20577"/>
          <ac:spMkLst>
            <pc:docMk/>
            <pc:sldMk cId="818881185" sldId="269"/>
            <ac:spMk id="3" creationId="{9CA6680C-2963-4750-AA1D-A5C5D1F1A95E}"/>
          </ac:spMkLst>
        </pc:spChg>
      </pc:sldChg>
      <pc:sldChg chg="addSp delSp modSp new mod">
        <pc:chgData name="Ashu J" userId="0cc9a4f2421c2236" providerId="LiveId" clId="{35886FC0-632C-44C5-81A4-E95713EF8B5E}" dt="2026-04-30T00:29:58.122" v="5242" actId="20577"/>
        <pc:sldMkLst>
          <pc:docMk/>
          <pc:sldMk cId="3493920244" sldId="270"/>
        </pc:sldMkLst>
        <pc:spChg chg="mod">
          <ac:chgData name="Ashu J" userId="0cc9a4f2421c2236" providerId="LiveId" clId="{35886FC0-632C-44C5-81A4-E95713EF8B5E}" dt="2026-04-29T15:19:04.742" v="4603" actId="207"/>
          <ac:spMkLst>
            <pc:docMk/>
            <pc:sldMk cId="3493920244" sldId="270"/>
            <ac:spMk id="2" creationId="{C5A1A87A-01BE-2B12-26DD-3E29ED7551BF}"/>
          </ac:spMkLst>
        </pc:spChg>
        <pc:spChg chg="add del mod">
          <ac:chgData name="Ashu J" userId="0cc9a4f2421c2236" providerId="LiveId" clId="{35886FC0-632C-44C5-81A4-E95713EF8B5E}" dt="2026-04-30T00:29:58.122" v="5242" actId="20577"/>
          <ac:spMkLst>
            <pc:docMk/>
            <pc:sldMk cId="3493920244" sldId="270"/>
            <ac:spMk id="3" creationId="{0D2397C1-CFEA-F69D-7D23-698257C19F74}"/>
          </ac:spMkLst>
        </pc:spChg>
        <pc:picChg chg="add mod">
          <ac:chgData name="Ashu J" userId="0cc9a4f2421c2236" providerId="LiveId" clId="{35886FC0-632C-44C5-81A4-E95713EF8B5E}" dt="2026-04-29T15:35:15.320" v="4698" actId="14100"/>
          <ac:picMkLst>
            <pc:docMk/>
            <pc:sldMk cId="3493920244" sldId="270"/>
            <ac:picMk id="10" creationId="{C54D13B4-6124-C5F9-3566-FFCEFB5FC288}"/>
          </ac:picMkLst>
        </pc:picChg>
      </pc:sldChg>
      <pc:sldChg chg="addSp modSp new mod">
        <pc:chgData name="Ashu J" userId="0cc9a4f2421c2236" providerId="LiveId" clId="{35886FC0-632C-44C5-81A4-E95713EF8B5E}" dt="2026-05-03T05:11:06.270" v="6300" actId="207"/>
        <pc:sldMkLst>
          <pc:docMk/>
          <pc:sldMk cId="2195456643" sldId="271"/>
        </pc:sldMkLst>
        <pc:spChg chg="mod">
          <ac:chgData name="Ashu J" userId="0cc9a4f2421c2236" providerId="LiveId" clId="{35886FC0-632C-44C5-81A4-E95713EF8B5E}" dt="2026-05-03T05:02:32.221" v="5826" actId="122"/>
          <ac:spMkLst>
            <pc:docMk/>
            <pc:sldMk cId="2195456643" sldId="271"/>
            <ac:spMk id="2" creationId="{D8A3F85D-A8B6-AFC6-336A-0D346A2A0502}"/>
          </ac:spMkLst>
        </pc:spChg>
        <pc:spChg chg="mod">
          <ac:chgData name="Ashu J" userId="0cc9a4f2421c2236" providerId="LiveId" clId="{35886FC0-632C-44C5-81A4-E95713EF8B5E}" dt="2026-05-03T05:11:06.270" v="6300" actId="207"/>
          <ac:spMkLst>
            <pc:docMk/>
            <pc:sldMk cId="2195456643" sldId="271"/>
            <ac:spMk id="3" creationId="{48B456A2-3660-91F8-054E-FC7B0EBD0332}"/>
          </ac:spMkLst>
        </pc:spChg>
        <pc:spChg chg="add">
          <ac:chgData name="Ashu J" userId="0cc9a4f2421c2236" providerId="LiveId" clId="{35886FC0-632C-44C5-81A4-E95713EF8B5E}" dt="2026-05-03T05:05:24.463" v="5938"/>
          <ac:spMkLst>
            <pc:docMk/>
            <pc:sldMk cId="2195456643" sldId="271"/>
            <ac:spMk id="4" creationId="{8CB1F70D-4D94-3F3B-2605-923441557FC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58BF-C5E1-4B52-BD8A-FD1AD5779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D51F7-3CC3-4BB7-8291-B1789482E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20447-D6C7-43E1-AE88-1FB66CC9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76A3-ADC8-4477-8FC1-B9DD55D84908}" type="datetime1">
              <a:rPr lang="en-US" smtClean="0"/>
              <a:t>5/2/2026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E17B6-E7FC-473A-8D5F-0E6B838E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AF4E0-FDDB-42B9-862C-7BBC501C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379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6C8-0B4F-4655-A630-0B1D2540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B888-85E0-4D92-903E-C3FE7E870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8916-250B-4232-BD7D-571FDE79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49BE-398D-479A-8A7E-5DDBCA61EDCB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BFB4-647C-4104-B6D4-3346051C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A73F-2BE8-4370-AE90-58F4CE51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187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446D-9FAC-4157-A41A-51675C8B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709738"/>
            <a:ext cx="10570210" cy="275889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F8D4A-8F93-4399-9546-64F286400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4589463"/>
            <a:ext cx="1057021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2FD4-BF96-470C-8247-20DFAE1C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C193-4974-4A1F-9C63-07D595E30D66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75A2D-86C4-4467-BAB8-E9ED004D2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42A4D-D9B2-4C82-95E4-B86F9F5F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870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B3AA-8C30-429E-B934-AF122043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834E-691F-4728-88F5-A0C469669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7240" y="1825625"/>
            <a:ext cx="52425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76374-880F-4E25-9F88-79E3C1AB1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9BD69-B509-4FCE-95A8-ED03FFC8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A87F-28D4-4BF0-B81F-877A89DFD5AC}" type="datetime1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C287B-AE5B-490B-BF81-A50D7A2E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C2246-303C-4A29-B6EA-E62CEDE6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694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FE79-D5BE-43E8-B6C5-2675B7F4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57814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D3A07-BA51-4113-902E-830A887D2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01812"/>
            <a:ext cx="5220335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320A9-E274-4E1B-B02D-9A3F510A1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7240" y="2825749"/>
            <a:ext cx="5220335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80D3A-C2A8-4B78-B7E2-4908C74B1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01812"/>
            <a:ext cx="5183188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D84DD-9460-4B08-86AD-27486A940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825749"/>
            <a:ext cx="5183188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0B7F8-282C-4210-AE7D-F35228BA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F1F3-208B-49A3-B337-9C8ACEB3E0E1}" type="datetime1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343A9-1067-4DCF-BACC-1F7F3805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4E471-04DB-4DB5-8CC5-16B3FC88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527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87C0-272E-4E50-A316-78079B2B9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6C1C9-1F69-432A-858C-D828B56E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6CA6-7293-4AA2-A0E0-A3BF4416E786}" type="datetime1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D9A1B-D149-4B97-B161-3D7C9ADBC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3722F-8C88-4E54-8CD6-12D31A05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80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1B4EE-6DFC-45F3-9174-D913EB57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7016-7BCD-46FB-8EE3-AB6C369108B4}" type="datetime1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7F7DC-6DDE-4337-AD27-BBE7D542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58EA9-3AC4-421E-B133-1FA7757D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8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35BB-74CC-43E9-B71F-A5C05D17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19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ADC9E-7845-4DB1-87E3-6FBFB2B03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925A8-2A07-43B9-B549-061F36849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92450"/>
            <a:ext cx="3994785" cy="27765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A9037-0564-43A1-8156-1D9932E1F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47011-1FFC-4EF8-9A2E-53B4AD2ADBD4}" type="datetime1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F0D40-D0E1-49C9-BE47-91BBC50A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129BD-890D-412E-9805-D29F4A0D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405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ADB4-BA7B-42C2-9C6C-58B2763F8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5456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519B58-B546-4E6B-BE00-3D1D64DA8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A0AB8-41A9-4548-9B83-3EFF79A00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81275"/>
            <a:ext cx="3994785" cy="277977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B33ED-A015-4992-A004-33D41CFF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EB47-45B4-4EF5-A743-B4885DD2F060}" type="datetime1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29CDA-E85F-47D1-83B7-02A50DEBF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9625F-5352-4136-8AC4-F8899D00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18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922F-6166-4009-A42D-027DC718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791CF-167D-446D-9F99-6976C986E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CA422-E040-4DE1-9DA5-C8D37C11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62538-DC4D-4667-96E5-B3278DDF8B12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13B0B-60E7-494E-91CB-055BC269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8C554-7C1B-4D8F-9B6B-04492656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047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66EF0-6ED8-49A7-BDAD-E20A143FA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CE9CD-90A9-44BA-B293-0662E077D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DAE0-05C4-460B-B96D-BD183ED0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0548-5C08-4BE3-B63E-F2BB63B0B00C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3CA93-55C9-4AA3-89A0-55490F74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FD820-FF26-4325-816F-310C30F8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186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9B5B3C5-A599-465B-B2B9-866E8B2087CE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C84982-7DD0-43B1-8A2D-BFA4DF1B4E60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8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</a:extLst>
            </p:cNvPr>
            <p:cNvSpPr/>
            <p:nvPr/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</a:extLst>
            </p:cNvPr>
            <p:cNvSpPr/>
            <p:nvPr/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</a:extLst>
            </p:cNvPr>
            <p:cNvSpPr/>
            <p:nvPr/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</a:extLst>
            </p:cNvPr>
            <p:cNvSpPr/>
            <p:nvPr/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</a:extLst>
            </p:cNvPr>
            <p:cNvSpPr/>
            <p:nvPr/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</a:extLst>
            </p:cNvPr>
            <p:cNvSpPr/>
            <p:nvPr/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</a:extLst>
            </p:cNvPr>
            <p:cNvSpPr/>
            <p:nvPr/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</a:extLst>
            </p:cNvPr>
            <p:cNvSpPr/>
            <p:nvPr/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</a:extLst>
            </p:cNvPr>
            <p:cNvSpPr/>
            <p:nvPr/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</a:extLst>
            </p:cNvPr>
            <p:cNvSpPr/>
            <p:nvPr/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</a:extLst>
            </p:cNvPr>
            <p:cNvSpPr/>
            <p:nvPr/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</a:extLst>
            </p:cNvPr>
            <p:cNvSpPr/>
            <p:nvPr/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</a:extLst>
            </p:cNvPr>
            <p:cNvSpPr/>
            <p:nvPr/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</a:extLst>
            </p:cNvPr>
            <p:cNvSpPr/>
            <p:nvPr/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</a:extLst>
            </p:cNvPr>
            <p:cNvSpPr/>
            <p:nvPr/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C5EC6-E331-4312-AC12-56D55F7D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724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D24A4-5FEC-4062-8995-EB21925B3B40}" type="datetime1">
              <a:rPr lang="en-US" smtClean="0"/>
              <a:t>5/2/2026</a:t>
            </a:fld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7FC5D-92B2-4B4D-8111-6EDEF2806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8268"/>
            <a:ext cx="41148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104D-C777-4A6E-8A43-F94028E5E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315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3A74F-6169-4D30-A245-B46D738BE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77E64-7A05-44DA-81FA-6EF4806BB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25625"/>
            <a:ext cx="106591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7352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33E0473-C315-42D8-A82A-A2FE49DC6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23A251-68F2-43E5-812B-4BBAE1A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1AE1F88-5E20-1EED-0E51-791FCFF3F2B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9623" r="-1" b="-1"/>
          <a:stretch>
            <a:fillRect/>
          </a:stretch>
        </p:blipFill>
        <p:spPr>
          <a:xfrm>
            <a:off x="427469" y="293024"/>
            <a:ext cx="12188951" cy="6857990"/>
          </a:xfrm>
          <a:prstGeom prst="rect">
            <a:avLst/>
          </a:prstGeom>
        </p:spPr>
      </p:pic>
      <p:grpSp>
        <p:nvGrpSpPr>
          <p:cNvPr id="25" name="decorative circle">
            <a:extLst>
              <a:ext uri="{FF2B5EF4-FFF2-40B4-BE49-F238E27FC236}">
                <a16:creationId xmlns:a16="http://schemas.microsoft.com/office/drawing/2014/main" id="{0350AF23-2606-421F-AB7B-23D9B48F3E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4102" y="236341"/>
            <a:ext cx="11340713" cy="5464029"/>
            <a:chOff x="314102" y="236341"/>
            <a:chExt cx="11340713" cy="5464029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26A544A-3C76-4502-A741-F4DB0E2CD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0448" y="3803994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17B8593-D171-47B5-8D1A-E34E7B138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4102" y="3044381"/>
              <a:ext cx="226735" cy="22673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FEF60D4-64F6-450F-B86D-383EEA1C84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88374" y="386135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97D4A7C-B520-46CB-9A94-711F53997B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65714" y="236341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B7B976F-E84B-4936-90D7-C8298A5E7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1535" y="2516671"/>
              <a:ext cx="466441" cy="46644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C91FFEC-59DF-4D22-A925-F51520769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30142" y="458803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8931E95-0847-47E4-8AEC-312312A032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02046" y="5394590"/>
              <a:ext cx="305780" cy="3057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C094915-EF93-49A0-9B90-C44FB9B50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08287" y="5160714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62876E0-DCD9-5C24-B968-525FFD0531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2606" y="1122363"/>
            <a:ext cx="7063739" cy="23876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Proxima Navo Bold"/>
                <a:cs typeface="Times New Roman" panose="02020603050405020304" pitchFamily="18" charset="0"/>
              </a:rPr>
              <a:t>Fake News Detection Using Artificial Intelligence </a:t>
            </a:r>
            <a:br>
              <a:rPr lang="en-US" sz="3800" dirty="0">
                <a:solidFill>
                  <a:srgbClr val="FFFFFF"/>
                </a:solidFill>
                <a:latin typeface="Proxima Navo Bold"/>
                <a:cs typeface="Times New Roman" panose="02020603050405020304" pitchFamily="18" charset="0"/>
              </a:rPr>
            </a:br>
            <a:br>
              <a:rPr lang="en-US" sz="3800" dirty="0">
                <a:solidFill>
                  <a:srgbClr val="FFFFFF"/>
                </a:solidFill>
                <a:latin typeface="Proxima Navo Bold"/>
                <a:cs typeface="Times New Roman" panose="02020603050405020304" pitchFamily="18" charset="0"/>
              </a:rPr>
            </a:br>
            <a:endParaRPr lang="en-US" sz="3800" dirty="0">
              <a:solidFill>
                <a:srgbClr val="FFFFFF"/>
              </a:solidFill>
              <a:latin typeface="Proxima Navo Bold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AFF15B-BC10-5A9A-B5D4-46AA12514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2606" y="3602038"/>
            <a:ext cx="7063739" cy="165576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Proxima Navo Bold"/>
                <a:cs typeface="Times New Roman" panose="02020603050405020304" pitchFamily="18" charset="0"/>
              </a:rPr>
              <a:t>Author : Ashok Jana</a:t>
            </a:r>
            <a:endParaRPr lang="en-US" sz="36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0191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173F2-5A25-386F-9CE9-0645FFB01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1A683-E005-1525-9166-ACC513886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SzPct val="120000"/>
            </a:pPr>
            <a:r>
              <a:rPr lang="en-US" sz="2400" dirty="0">
                <a:solidFill>
                  <a:schemeClr val="tx1"/>
                </a:solidFill>
                <a:latin typeface="Nunito" pitchFamily="2" charset="0"/>
              </a:rPr>
              <a:t>Due to Rapid growth of digital media information is spreading quickly </a:t>
            </a:r>
          </a:p>
          <a:p>
            <a:pPr>
              <a:buClr>
                <a:schemeClr val="tx1"/>
              </a:buClr>
              <a:buSzPct val="120000"/>
            </a:pPr>
            <a:r>
              <a:rPr lang="en-US" sz="2400" dirty="0">
                <a:solidFill>
                  <a:schemeClr val="tx1"/>
                </a:solidFill>
                <a:latin typeface="Nunito" pitchFamily="2" charset="0"/>
              </a:rPr>
              <a:t>Along with that  fake news is also spreading Fastly </a:t>
            </a:r>
          </a:p>
          <a:p>
            <a:pPr>
              <a:buClr>
                <a:schemeClr val="tx1"/>
              </a:buClr>
              <a:buSzPct val="120000"/>
            </a:pPr>
            <a:r>
              <a:rPr lang="en-US" sz="2400" dirty="0">
                <a:solidFill>
                  <a:schemeClr val="tx1"/>
                </a:solidFill>
                <a:latin typeface="Nunito" pitchFamily="2" charset="0"/>
              </a:rPr>
              <a:t>Effects </a:t>
            </a:r>
          </a:p>
          <a:p>
            <a:pPr lvl="1"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Nunito" pitchFamily="2" charset="0"/>
              </a:rPr>
              <a:t>People’s opinions</a:t>
            </a:r>
          </a:p>
          <a:p>
            <a:pPr lvl="1"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Nunito" pitchFamily="2" charset="0"/>
              </a:rPr>
              <a:t>Elections</a:t>
            </a:r>
          </a:p>
          <a:p>
            <a:pPr lvl="1"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Nunito" pitchFamily="2" charset="0"/>
              </a:rPr>
              <a:t>Economy and society</a:t>
            </a:r>
            <a:endParaRPr lang="en-US" sz="2400" dirty="0">
              <a:solidFill>
                <a:schemeClr val="tx1"/>
              </a:solidFill>
              <a:latin typeface="Nunito" pitchFamily="2" charset="0"/>
            </a:endParaRPr>
          </a:p>
          <a:p>
            <a:pPr>
              <a:buClr>
                <a:schemeClr val="tx1"/>
              </a:buClr>
              <a:buSzPct val="120000"/>
            </a:pPr>
            <a:r>
              <a:rPr lang="en-US" sz="2400" dirty="0">
                <a:solidFill>
                  <a:schemeClr val="tx1"/>
                </a:solidFill>
                <a:latin typeface="Nunito" pitchFamily="2" charset="0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Nunito" pitchFamily="2" charset="0"/>
              </a:rPr>
              <a:t>Goal </a:t>
            </a:r>
            <a:r>
              <a:rPr lang="en-US" sz="2400" dirty="0">
                <a:solidFill>
                  <a:schemeClr val="tx1"/>
                </a:solidFill>
                <a:latin typeface="Nunito" pitchFamily="2" charset="0"/>
              </a:rPr>
              <a:t>is to Develop a system which can Detect fake news automatically</a:t>
            </a:r>
          </a:p>
          <a:p>
            <a:pPr>
              <a:buClr>
                <a:schemeClr val="tx1"/>
              </a:buClr>
              <a:buSzPct val="120000"/>
            </a:pPr>
            <a:r>
              <a:rPr lang="en-US" sz="2400" dirty="0">
                <a:solidFill>
                  <a:schemeClr val="tx1"/>
                </a:solidFill>
              </a:rPr>
              <a:t>In my project I Used ML models and BERT model to classify news as real or fake</a:t>
            </a:r>
            <a:endParaRPr lang="en-US" sz="2400" dirty="0">
              <a:solidFill>
                <a:schemeClr val="tx1"/>
              </a:solidFill>
              <a:latin typeface="Nunito" pitchFamily="2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246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2208D-0FA7-CF39-B0DA-5C9509D6A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Proxima Navo Bold"/>
              </a:rPr>
              <a:t>Problem Statement 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A1962-2B96-58FE-D1F1-A74CDD6AC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800" dirty="0">
                <a:solidFill>
                  <a:schemeClr val="tx1"/>
                </a:solidFill>
                <a:latin typeface="Nunito" pitchFamily="2" charset="0"/>
              </a:rPr>
              <a:t>Huge amount of information is generating daily . It is very hard to manually verify every news article, and  more over manual checking is slow and not scalable. So, detecting fake news accurately  is still a challenge 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193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2290B-6F1D-C23B-A51D-AE4FAB589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Proxima Navo Bold"/>
              </a:rPr>
              <a:t>Data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5A6C6-EAE7-F02C-6671-233C5F0F8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442720"/>
            <a:ext cx="10659110" cy="4734243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  <a:latin typeface="Nunito" pitchFamily="2" charset="0"/>
              </a:rPr>
              <a:t>Data collected from  Web scraping and Google fact check Api </a:t>
            </a:r>
          </a:p>
          <a:p>
            <a:pPr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  <a:latin typeface="Nunito" pitchFamily="2" charset="0"/>
              </a:rPr>
              <a:t>Web Scraping 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chemeClr val="tx1"/>
                </a:solidFill>
                <a:latin typeface="Nunito" pitchFamily="2" charset="0"/>
              </a:rPr>
              <a:t>Politifact - 2231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chemeClr val="tx1"/>
                </a:solidFill>
                <a:latin typeface="Nunito" pitchFamily="2" charset="0"/>
              </a:rPr>
              <a:t>Snopes - 2247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chemeClr val="tx1"/>
                </a:solidFill>
                <a:latin typeface="Nunito" pitchFamily="2" charset="0"/>
              </a:rPr>
              <a:t>reuters_factcheck - 2283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chemeClr val="tx1"/>
                </a:solidFill>
                <a:latin typeface="Nunito" pitchFamily="2" charset="0"/>
              </a:rPr>
              <a:t>Fullfact -  2340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en-US" sz="2400" dirty="0">
                <a:solidFill>
                  <a:schemeClr val="tx1"/>
                </a:solidFill>
                <a:latin typeface="Nunito" pitchFamily="2" charset="0"/>
              </a:rPr>
              <a:t>Altnews - 2337</a:t>
            </a:r>
          </a:p>
          <a:p>
            <a:pPr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  <a:latin typeface="Nunito" pitchFamily="2" charset="0"/>
              </a:rPr>
              <a:t>Google Fact check API - 2230</a:t>
            </a:r>
          </a:p>
          <a:p>
            <a:pPr>
              <a:buClr>
                <a:schemeClr val="tx1"/>
              </a:buClr>
            </a:pPr>
            <a:endParaRPr lang="en-US" sz="2400" dirty="0">
              <a:solidFill>
                <a:schemeClr val="tx1"/>
              </a:solidFill>
              <a:latin typeface="Nunito" pitchFamily="2" charset="0"/>
            </a:endParaRPr>
          </a:p>
          <a:p>
            <a:pPr>
              <a:buClr>
                <a:schemeClr val="tx1"/>
              </a:buClr>
            </a:pPr>
            <a:endParaRPr lang="en-US" sz="2400" dirty="0">
              <a:solidFill>
                <a:schemeClr val="tx1"/>
              </a:solidFill>
              <a:latin typeface="Nunito" pitchFamily="2" charset="0"/>
            </a:endParaRPr>
          </a:p>
          <a:p>
            <a:pPr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  <a:latin typeface="Nunito" pitchFamily="2" charset="0"/>
              </a:rPr>
              <a:t>Dataset has four columns: Text , Label , Confidence , Source </a:t>
            </a:r>
          </a:p>
          <a:p>
            <a:pPr marL="0" indent="0">
              <a:buClr>
                <a:schemeClr val="tx1"/>
              </a:buClr>
              <a:buNone/>
            </a:pPr>
            <a:endParaRPr lang="en-US" sz="2400" dirty="0">
              <a:solidFill>
                <a:schemeClr val="tx1"/>
              </a:solidFill>
              <a:latin typeface="Nunito" pitchFamily="2" charset="0"/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958C0E-BEFD-56FE-499D-174BC42B7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303" y="1889090"/>
            <a:ext cx="6310364" cy="352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398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F2EC2-94CA-E28B-BC12-46A05CEC2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Proxima Navo Bold"/>
              </a:rPr>
              <a:t>Data Cleaning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49986-D109-1A78-3C49-D90D60EFC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sz="2800" dirty="0">
                <a:solidFill>
                  <a:schemeClr val="tx1"/>
                </a:solidFill>
                <a:latin typeface="Nunito" pitchFamily="2" charset="0"/>
              </a:rPr>
              <a:t>Performed Text Normalization</a:t>
            </a:r>
          </a:p>
          <a:p>
            <a:pPr>
              <a:buClr>
                <a:schemeClr val="tx1"/>
              </a:buClr>
            </a:pPr>
            <a:r>
              <a:rPr lang="en-US" sz="2800" dirty="0">
                <a:solidFill>
                  <a:schemeClr val="tx1"/>
                </a:solidFill>
                <a:latin typeface="Nunito" pitchFamily="2" charset="0"/>
              </a:rPr>
              <a:t>Removed unwanted characters</a:t>
            </a:r>
          </a:p>
          <a:p>
            <a:pPr>
              <a:buClr>
                <a:schemeClr val="tx1"/>
              </a:buClr>
            </a:pPr>
            <a:r>
              <a:rPr lang="en-US" sz="2800" dirty="0">
                <a:solidFill>
                  <a:schemeClr val="tx1"/>
                </a:solidFill>
                <a:latin typeface="Nunito" pitchFamily="2" charset="0"/>
              </a:rPr>
              <a:t>Removed URL , numbers and extra spaces</a:t>
            </a:r>
          </a:p>
          <a:p>
            <a:pPr>
              <a:buClr>
                <a:schemeClr val="tx1"/>
              </a:buClr>
            </a:pPr>
            <a:r>
              <a:rPr lang="en-US" sz="2800" dirty="0">
                <a:solidFill>
                  <a:schemeClr val="tx1"/>
                </a:solidFill>
                <a:latin typeface="Nunito" pitchFamily="2" charset="0"/>
              </a:rPr>
              <a:t>Removed short text and duplicated records</a:t>
            </a:r>
          </a:p>
        </p:txBody>
      </p:sp>
    </p:spTree>
    <p:extLst>
      <p:ext uri="{BB962C8B-B14F-4D97-AF65-F5344CB8AC3E}">
        <p14:creationId xmlns:p14="http://schemas.microsoft.com/office/powerpoint/2010/main" val="2714711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9DCC8-3455-1104-5DFA-7C47B951E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Proxima Navo Bold"/>
              </a:rPr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2B141-1325-148F-A301-313C332C2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  <a:latin typeface="Nunito" pitchFamily="2" charset="0"/>
              </a:rPr>
              <a:t>I used TF-IDF features </a:t>
            </a:r>
            <a:r>
              <a:rPr lang="en-US" sz="2400" dirty="0">
                <a:solidFill>
                  <a:schemeClr val="tx1"/>
                </a:solidFill>
              </a:rPr>
              <a:t>to convert text into numerical form</a:t>
            </a:r>
            <a:endParaRPr lang="en-US" sz="2400" dirty="0">
              <a:solidFill>
                <a:schemeClr val="tx1"/>
              </a:solidFill>
              <a:latin typeface="Nunito" pitchFamily="2" charset="0"/>
            </a:endParaRPr>
          </a:p>
          <a:p>
            <a:pPr algn="just"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  <a:latin typeface="Nunito" pitchFamily="2" charset="0"/>
              </a:rPr>
              <a:t>Word count to find n</a:t>
            </a:r>
            <a:r>
              <a:rPr lang="en-US" sz="2400" dirty="0">
                <a:solidFill>
                  <a:schemeClr val="tx1"/>
                </a:solidFill>
              </a:rPr>
              <a:t>umber of words in text</a:t>
            </a:r>
            <a:endParaRPr lang="en-US" sz="2400" dirty="0">
              <a:solidFill>
                <a:schemeClr val="tx1"/>
              </a:solidFill>
              <a:latin typeface="Nunito" pitchFamily="2" charset="0"/>
            </a:endParaRPr>
          </a:p>
          <a:p>
            <a:pPr algn="just"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  <a:latin typeface="Nunito" pitchFamily="2" charset="0"/>
              </a:rPr>
              <a:t>Average word length used to  measure</a:t>
            </a:r>
            <a:r>
              <a:rPr lang="en-US" sz="2400" dirty="0">
                <a:solidFill>
                  <a:schemeClr val="tx1"/>
                </a:solidFill>
              </a:rPr>
              <a:t> writing style</a:t>
            </a:r>
            <a:endParaRPr lang="en-US" sz="2400" dirty="0">
              <a:solidFill>
                <a:schemeClr val="tx1"/>
              </a:solidFill>
              <a:latin typeface="Nunito" pitchFamily="2" charset="0"/>
            </a:endParaRPr>
          </a:p>
          <a:p>
            <a:pPr algn="just"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  <a:latin typeface="Nunito" pitchFamily="2" charset="0"/>
              </a:rPr>
              <a:t>Capital ratio to find the text which is written in dramatic way</a:t>
            </a:r>
          </a:p>
          <a:p>
            <a:pPr algn="just"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  <a:latin typeface="Nunito" pitchFamily="2" charset="0"/>
              </a:rPr>
              <a:t>Punctuation count used to detect</a:t>
            </a:r>
            <a:r>
              <a:rPr lang="en-US" sz="2400" dirty="0">
                <a:solidFill>
                  <a:schemeClr val="tx1"/>
                </a:solidFill>
              </a:rPr>
              <a:t> emotional writing</a:t>
            </a:r>
            <a:endParaRPr lang="en-US" sz="2400" dirty="0">
              <a:solidFill>
                <a:schemeClr val="tx1"/>
              </a:solidFill>
              <a:latin typeface="Nunito" pitchFamily="2" charset="0"/>
            </a:endParaRPr>
          </a:p>
          <a:p>
            <a:pPr algn="just"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  <a:latin typeface="Nunito" pitchFamily="2" charset="0"/>
              </a:rPr>
              <a:t>BERT embeddings used to understand the meaning of words </a:t>
            </a:r>
          </a:p>
          <a:p>
            <a:pPr marL="0" indent="0">
              <a:buClr>
                <a:schemeClr val="tx1"/>
              </a:buClr>
              <a:buNone/>
            </a:pP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158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3F85D-A8B6-AFC6-336A-0D346A2A0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ML Models Hyperparameters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456A2-3660-91F8-054E-FC7B0EBD0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</a:rPr>
              <a:t>Logistic Regression  -   max_iter=1000 , random_state = 42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</a:rPr>
              <a:t>Naïve Bayes              -   alpha=3.0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</a:rPr>
              <a:t>SVM                           -   C=0.015, random_state=42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</a:rPr>
              <a:t>Random Forest        -   n_estimators=30, max_depth=4, min_samples_leaf=20, random_state=42 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</a:rPr>
              <a:t>Gradient Boosting  -    n_estimators=25, learning_rate=0.03,  max_depth=1,  random_state=42</a:t>
            </a:r>
          </a:p>
          <a:p>
            <a:r>
              <a:rPr lang="en-US" dirty="0">
                <a:solidFill>
                  <a:schemeClr val="tx1"/>
                </a:solidFill>
              </a:rPr>
              <a:t>XGBoost                   -     n_estimators=25,  max_depth=1, learning_rate=0.03, subsample=0.75,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                                             colsample_bytree=0.75,  reg_lambda=12.0,  random_state=42                              </a:t>
            </a:r>
          </a:p>
          <a:p>
            <a:pPr>
              <a:buClr>
                <a:schemeClr val="tx1"/>
              </a:buClr>
            </a:pPr>
            <a:endParaRPr lang="en-US" dirty="0"/>
          </a:p>
          <a:p>
            <a:pPr>
              <a:buClr>
                <a:schemeClr val="tx1"/>
              </a:buClr>
            </a:pPr>
            <a:endParaRPr lang="en-US" dirty="0"/>
          </a:p>
          <a:p>
            <a:pPr>
              <a:buClr>
                <a:schemeClr val="tx1"/>
              </a:buClr>
            </a:pPr>
            <a:endParaRPr lang="en-US" dirty="0"/>
          </a:p>
          <a:p>
            <a:pPr>
              <a:buClr>
                <a:schemeClr val="tx1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456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6C61C-2DED-E7E7-E17A-48F5C729B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Proxima Navo Bold"/>
              </a:rPr>
              <a:t>Machine Learning Models and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33685-F874-AEB7-70D9-973D10902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391920"/>
            <a:ext cx="10659110" cy="4785043"/>
          </a:xfrm>
        </p:spPr>
        <p:txBody>
          <a:bodyPr/>
          <a:lstStyle/>
          <a:p>
            <a:pPr marL="0" indent="0">
              <a:buClr>
                <a:schemeClr val="tx1"/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                                                                 </a:t>
            </a:r>
            <a:r>
              <a:rPr lang="en-US" b="1" dirty="0">
                <a:solidFill>
                  <a:schemeClr val="tx1"/>
                </a:solidFill>
              </a:rPr>
              <a:t>Accuracy      Precision       Recall        F1-Score              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</a:rPr>
              <a:t>Logistic Regression                           0.7462          0.7601            0.7146       0.7366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</a:rPr>
              <a:t>Naive Bayes                                       0.6489          0.7242            0.4735       0.5726	</a:t>
            </a:r>
          </a:p>
          <a:p>
            <a:pPr>
              <a:buClr>
                <a:schemeClr val="tx1"/>
              </a:buClr>
            </a:pPr>
            <a:r>
              <a:rPr lang="sv-SE" dirty="0">
                <a:solidFill>
                  <a:schemeClr val="tx1"/>
                </a:solidFill>
              </a:rPr>
              <a:t>SVM	                                                 0.7462          0.7642            0.7073       0.7346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tx1"/>
                </a:solidFill>
              </a:rPr>
              <a:t>Random Forest	                                 0.7462          0.7513            0.7310       0.7410</a:t>
            </a:r>
          </a:p>
          <a:p>
            <a:pPr>
              <a:buClr>
                <a:schemeClr val="tx1"/>
              </a:buClr>
            </a:pPr>
            <a:r>
              <a:rPr lang="sv-SE" dirty="0">
                <a:solidFill>
                  <a:schemeClr val="tx1"/>
                </a:solidFill>
              </a:rPr>
              <a:t>Gradient Boosting	                 0.6818          0.6451            0.7990        0.7138</a:t>
            </a:r>
          </a:p>
          <a:p>
            <a:pPr>
              <a:buClr>
                <a:schemeClr val="tx1"/>
              </a:buClr>
            </a:pPr>
            <a:r>
              <a:rPr lang="sv-SE" dirty="0">
                <a:solidFill>
                  <a:schemeClr val="tx1"/>
                </a:solidFill>
              </a:rPr>
              <a:t>XGBoost                                              0.6808          0.6449            0.7951        0.7122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dirty="0"/>
              <a:t>	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C2055EF-F51F-D796-D972-703DCFE439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389055"/>
              </p:ext>
            </p:extLst>
          </p:nvPr>
        </p:nvGraphicFramePr>
        <p:xfrm>
          <a:off x="9906000" y="3833654"/>
          <a:ext cx="1140792" cy="335280"/>
        </p:xfrm>
        <a:graphic>
          <a:graphicData uri="http://schemas.openxmlformats.org/drawingml/2006/table">
            <a:tbl>
              <a:tblPr/>
              <a:tblGrid>
                <a:gridCol w="147320">
                  <a:extLst>
                    <a:ext uri="{9D8B030D-6E8A-4147-A177-3AD203B41FA5}">
                      <a16:colId xmlns:a16="http://schemas.microsoft.com/office/drawing/2014/main" val="207404782"/>
                    </a:ext>
                  </a:extLst>
                </a:gridCol>
                <a:gridCol w="248368">
                  <a:extLst>
                    <a:ext uri="{9D8B030D-6E8A-4147-A177-3AD203B41FA5}">
                      <a16:colId xmlns:a16="http://schemas.microsoft.com/office/drawing/2014/main" val="2600874924"/>
                    </a:ext>
                  </a:extLst>
                </a:gridCol>
                <a:gridCol w="248368">
                  <a:extLst>
                    <a:ext uri="{9D8B030D-6E8A-4147-A177-3AD203B41FA5}">
                      <a16:colId xmlns:a16="http://schemas.microsoft.com/office/drawing/2014/main" val="2508440886"/>
                    </a:ext>
                  </a:extLst>
                </a:gridCol>
                <a:gridCol w="248368">
                  <a:extLst>
                    <a:ext uri="{9D8B030D-6E8A-4147-A177-3AD203B41FA5}">
                      <a16:colId xmlns:a16="http://schemas.microsoft.com/office/drawing/2014/main" val="2894010572"/>
                    </a:ext>
                  </a:extLst>
                </a:gridCol>
                <a:gridCol w="248368">
                  <a:extLst>
                    <a:ext uri="{9D8B030D-6E8A-4147-A177-3AD203B41FA5}">
                      <a16:colId xmlns:a16="http://schemas.microsoft.com/office/drawing/2014/main" val="23460752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marL="60960" marR="60960" marT="30480" marB="3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marL="60960" marR="60960" marT="30480" marB="3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marL="60960" marR="60960" marT="30480" marB="3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marL="60960" marR="60960" marT="30480" marB="3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marL="60960" marR="60960" marT="30480" marB="3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427522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AB5AF3C1-8D40-81AA-A1FD-F702F5CB2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5" y="38338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497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A7E48-A14F-3B08-8560-3A26FEC3E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Proxima Navo Bold"/>
              </a:rPr>
              <a:t>ML Models Comparison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D4798D-E112-8593-97C0-4A2F7DC5F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513" y="1455174"/>
            <a:ext cx="10034869" cy="4766797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Among all ML Models Random Forest model preforms well with high accuracy  0.7468  and F1-score </a:t>
            </a:r>
            <a:r>
              <a:rPr lang="en-US" b="1" dirty="0">
                <a:solidFill>
                  <a:schemeClr val="tx1"/>
                </a:solidFill>
                <a:latin typeface="Nunito" pitchFamily="2" charset="0"/>
              </a:rPr>
              <a:t>0.7410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EEE408-9511-F31D-A814-19BF3CAF5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07" y="2351314"/>
            <a:ext cx="11133785" cy="4280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903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832A2-25EB-4BC7-BE3D-D8B257A8F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Proxima Navo Bold"/>
              </a:rPr>
              <a:t>BERT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DB342-010B-0E4D-2EB5-6220A8E1B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</a:rPr>
              <a:t>I Used  </a:t>
            </a:r>
            <a:r>
              <a:rPr lang="en-US" b="1" dirty="0" err="1">
                <a:solidFill>
                  <a:schemeClr val="tx1"/>
                </a:solidFill>
              </a:rPr>
              <a:t>DistilBERT</a:t>
            </a:r>
            <a:r>
              <a:rPr lang="en-US" dirty="0">
                <a:solidFill>
                  <a:schemeClr val="tx1"/>
                </a:solidFill>
              </a:rPr>
              <a:t> pre-trained model for text classification in my project 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</a:rPr>
              <a:t>Tokenized text using BERT tokenizer and Trained the model using hugging face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</a:rPr>
              <a:t>Fine –tuned the DistilBert model on the  dataset 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</a:rPr>
              <a:t>DistilBert Hyperparameters  - learning_rate = 2e-5 ,</a:t>
            </a:r>
            <a:r>
              <a:rPr lang="en-US" dirty="0" err="1">
                <a:solidFill>
                  <a:schemeClr val="tx1"/>
                </a:solidFill>
              </a:rPr>
              <a:t>per_device_train_batch_size</a:t>
            </a:r>
            <a:r>
              <a:rPr lang="en-US" dirty="0">
                <a:solidFill>
                  <a:schemeClr val="tx1"/>
                </a:solidFill>
              </a:rPr>
              <a:t> = 16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                                                          </a:t>
            </a:r>
            <a:r>
              <a:rPr lang="en-US" dirty="0" err="1">
                <a:solidFill>
                  <a:schemeClr val="tx1"/>
                </a:solidFill>
              </a:rPr>
              <a:t>per_device_eval_batch_size</a:t>
            </a:r>
            <a:r>
              <a:rPr lang="en-US" dirty="0">
                <a:solidFill>
                  <a:schemeClr val="tx1"/>
                </a:solidFill>
              </a:rPr>
              <a:t> = 16 ,</a:t>
            </a:r>
            <a:r>
              <a:rPr lang="en-US" dirty="0" err="1">
                <a:solidFill>
                  <a:schemeClr val="tx1"/>
                </a:solidFill>
              </a:rPr>
              <a:t>num_train_epochs</a:t>
            </a:r>
            <a:r>
              <a:rPr lang="en-US" dirty="0">
                <a:solidFill>
                  <a:schemeClr val="tx1"/>
                </a:solidFill>
              </a:rPr>
              <a:t> = 3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                                                          </a:t>
            </a:r>
            <a:r>
              <a:rPr lang="en-US" dirty="0" err="1">
                <a:solidFill>
                  <a:schemeClr val="tx1"/>
                </a:solidFill>
              </a:rPr>
              <a:t>weight_decay</a:t>
            </a:r>
            <a:r>
              <a:rPr lang="en-US" dirty="0">
                <a:solidFill>
                  <a:schemeClr val="tx1"/>
                </a:solidFill>
              </a:rPr>
              <a:t> = 0.01 , </a:t>
            </a:r>
            <a:r>
              <a:rPr lang="en-US" dirty="0" err="1">
                <a:solidFill>
                  <a:schemeClr val="tx1"/>
                </a:solidFill>
              </a:rPr>
              <a:t>logging_steps</a:t>
            </a:r>
            <a:r>
              <a:rPr lang="en-US" dirty="0">
                <a:solidFill>
                  <a:schemeClr val="tx1"/>
                </a:solidFill>
              </a:rPr>
              <a:t> = 100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</a:rPr>
              <a:t>Saved the model and tested it on some custom  text</a:t>
            </a:r>
          </a:p>
          <a:p>
            <a:pPr>
              <a:buClr>
                <a:schemeClr val="tx1"/>
              </a:buClr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Clr>
                <a:schemeClr val="tx1"/>
              </a:buClr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0664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1A87A-01BE-2B12-26DD-3E29ED755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Proxima Navo Bold"/>
              </a:rPr>
              <a:t>BERT Model Results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397C1-CFEA-F69D-7D23-698257C19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</a:rPr>
              <a:t>Accuracy	- 0.7569 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</a:rPr>
              <a:t>Precision	- 0.7277                       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</a:rPr>
              <a:t>Recall	                - 0.8208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</a:rPr>
              <a:t>F1-score	- 0.7715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4D13B4-6124-C5F9-3566-FFCEFB5FC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371" y="1825625"/>
            <a:ext cx="7355394" cy="4464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920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CBF52-FD21-9021-9313-406F9B33D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Proxima Navo Bold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C236D-98B6-88BA-37B9-9C08585B3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  <a:latin typeface="Nunito" pitchFamily="2" charset="0"/>
              </a:rPr>
              <a:t>Able to develop both ML models and DistilBert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  <a:latin typeface="Nunito" pitchFamily="2" charset="0"/>
              </a:rPr>
              <a:t>Among all ML Models Random Forest performed well with high F1 – Score 0.7410 and accuracy  of 0.7468</a:t>
            </a:r>
          </a:p>
          <a:p>
            <a:pPr>
              <a:buClr>
                <a:schemeClr val="tx1"/>
              </a:buClr>
            </a:pPr>
            <a:r>
              <a:rPr lang="en-US" dirty="0" err="1">
                <a:solidFill>
                  <a:schemeClr val="tx1"/>
                </a:solidFill>
                <a:latin typeface="Nunito" pitchFamily="2" charset="0"/>
              </a:rPr>
              <a:t>DistilBERT</a:t>
            </a:r>
            <a:r>
              <a:rPr lang="en-US" dirty="0">
                <a:solidFill>
                  <a:schemeClr val="tx1"/>
                </a:solidFill>
                <a:latin typeface="Nunito" pitchFamily="2" charset="0"/>
              </a:rPr>
              <a:t> able to performs well on unseen data with an  accuracy of 76 % </a:t>
            </a:r>
          </a:p>
        </p:txBody>
      </p:sp>
    </p:spTree>
    <p:extLst>
      <p:ext uri="{BB962C8B-B14F-4D97-AF65-F5344CB8AC3E}">
        <p14:creationId xmlns:p14="http://schemas.microsoft.com/office/powerpoint/2010/main" val="4014978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6680C-2963-4750-AA1D-A5C5D1F1A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071717"/>
            <a:ext cx="10659110" cy="509311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5400" b="1" dirty="0">
              <a:solidFill>
                <a:schemeClr val="tx1"/>
              </a:solidFill>
              <a:latin typeface="Proxima Navo Bold"/>
            </a:endParaRPr>
          </a:p>
          <a:p>
            <a:pPr marL="0" indent="0" algn="ctr">
              <a:buNone/>
            </a:pPr>
            <a:endParaRPr lang="en-US" sz="5400" b="1" dirty="0">
              <a:solidFill>
                <a:schemeClr val="tx1"/>
              </a:solidFill>
              <a:latin typeface="Proxima Navo Bold"/>
            </a:endParaRPr>
          </a:p>
          <a:p>
            <a:pPr marL="0" indent="0" algn="ctr">
              <a:buNone/>
            </a:pPr>
            <a:r>
              <a:rPr lang="en-US" sz="5400" b="1" dirty="0">
                <a:solidFill>
                  <a:schemeClr val="tx1"/>
                </a:solidFill>
                <a:latin typeface="Proxima Navo Bold"/>
              </a:rPr>
              <a:t>Thank You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818881185"/>
      </p:ext>
    </p:extLst>
  </p:cSld>
  <p:clrMapOvr>
    <a:masterClrMapping/>
  </p:clrMapOvr>
</p:sld>
</file>

<file path=ppt/theme/theme1.xml><?xml version="1.0" encoding="utf-8"?>
<a:theme xmlns:a="http://schemas.openxmlformats.org/drawingml/2006/main" name="ConfettiVTI">
  <a:themeElements>
    <a:clrScheme name="Custom 30">
      <a:dk1>
        <a:sysClr val="windowText" lastClr="000000"/>
      </a:dk1>
      <a:lt1>
        <a:sysClr val="window" lastClr="FFFFFF"/>
      </a:lt1>
      <a:dk2>
        <a:srgbClr val="420023"/>
      </a:dk2>
      <a:lt2>
        <a:srgbClr val="FDFBF9"/>
      </a:lt2>
      <a:accent1>
        <a:srgbClr val="97446E"/>
      </a:accent1>
      <a:accent2>
        <a:srgbClr val="A40056"/>
      </a:accent2>
      <a:accent3>
        <a:srgbClr val="24BEEE"/>
      </a:accent3>
      <a:accent4>
        <a:srgbClr val="91274F"/>
      </a:accent4>
      <a:accent5>
        <a:srgbClr val="F39E29"/>
      </a:accent5>
      <a:accent6>
        <a:srgbClr val="E87450"/>
      </a:accent6>
      <a:hlink>
        <a:srgbClr val="F55D5D"/>
      </a:hlink>
      <a:folHlink>
        <a:srgbClr val="EA3A60"/>
      </a:folHlink>
    </a:clrScheme>
    <a:fontScheme name="Custom 10">
      <a:majorFont>
        <a:latin typeface="Gill Sans Nov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nfettiVTI" id="{B5618F7C-B4F0-4D28-83B4-440D0519681F}" vid="{5F84EFDF-E14E-48C6-955C-990A32085A7F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DC678BA-2AB0-4B60-A3FE-49EAB2F1B470}">
  <we:reference id="wa200005566" version="3.0.0.3" store="en-US" storeType="OMEX"/>
  <we:alternateReferences>
    <we:reference id="WA200005566" version="3.0.0.3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14988</TotalTime>
  <Words>603</Words>
  <Application>Microsoft Office PowerPoint</Application>
  <PresentationFormat>Widescreen</PresentationFormat>
  <Paragraphs>82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Gill Sans Nova</vt:lpstr>
      <vt:lpstr>Nunito</vt:lpstr>
      <vt:lpstr>Proxima Navo Bold</vt:lpstr>
      <vt:lpstr>Proxima Nova Bold</vt:lpstr>
      <vt:lpstr>Wingdings</vt:lpstr>
      <vt:lpstr>ConfettiVTI</vt:lpstr>
      <vt:lpstr>Fake News Detection Using Artificial Intelligence   </vt:lpstr>
      <vt:lpstr>Introduction</vt:lpstr>
      <vt:lpstr>Problem Statement </vt:lpstr>
      <vt:lpstr>Data Collection</vt:lpstr>
      <vt:lpstr>Data Cleaning</vt:lpstr>
      <vt:lpstr>Feature Engineering</vt:lpstr>
      <vt:lpstr>ML Models Hyperparameters </vt:lpstr>
      <vt:lpstr>Machine Learning Models and Results</vt:lpstr>
      <vt:lpstr>ML Models Comparison </vt:lpstr>
      <vt:lpstr>BERT Model</vt:lpstr>
      <vt:lpstr>BERT Model Results 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Ashu J</dc:creator>
  <cp:lastModifiedBy>Ashu J</cp:lastModifiedBy>
  <cp:revision>1</cp:revision>
  <dcterms:created xsi:type="dcterms:W3CDTF">2026-04-18T05:10:39Z</dcterms:created>
  <dcterms:modified xsi:type="dcterms:W3CDTF">2026-05-03T05:52:36Z</dcterms:modified>
</cp:coreProperties>
</file>